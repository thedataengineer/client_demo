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React + FastAPI +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Vite + React</a:t>
            </a:r>
          </a:p>
          <a:p>
            <a:r>
              <a:t>Backend: Python + FastAPI</a:t>
            </a:r>
          </a:p>
          <a:p>
            <a:r>
              <a:t>Database: PostgreSQL</a:t>
            </a:r>
          </a:p>
          <a:p>
            <a:r>
              <a:t>Infra: Terraform +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